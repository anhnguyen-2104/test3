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5C4AB5-B0D6-410A-A14B-4CE7710EA04C}" type="datetimeFigureOut">
              <a:rPr lang="en-US" smtClean="0"/>
              <a:t>04/28/26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78C212-D879-41E1-8D2C-059CAE247112}" type="slidenum">
              <a:rPr lang="en-US" smtClean="0"/>
              <a:t>‹#›</a:t>
            </a:fld>
            <a:endParaRPr lang="en-US"/>
          </a:p>
        </p:txBody>
      </p:sp>
    </p:spTree>
    <p:extLst>
      <p:ext uri="{BB962C8B-B14F-4D97-AF65-F5344CB8AC3E}">
        <p14:creationId xmlns:p14="http://schemas.microsoft.com/office/powerpoint/2010/main" val="2132406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78C212-D879-41E1-8D2C-059CAE247112}" type="slidenum">
              <a:rPr lang="en-US" smtClean="0"/>
              <a:t>1</a:t>
            </a:fld>
            <a:endParaRPr lang="en-US"/>
          </a:p>
        </p:txBody>
      </p:sp>
    </p:spTree>
    <p:extLst>
      <p:ext uri="{BB962C8B-B14F-4D97-AF65-F5344CB8AC3E}">
        <p14:creationId xmlns:p14="http://schemas.microsoft.com/office/powerpoint/2010/main" val="160032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39B6-3AD8-2A3F-1687-3374672CAE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3457EA-14AD-DAD0-B6B6-7AA8CE34E5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AB5D7E-F1AE-85A6-2406-A1BA25937635}"/>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53D90503-7209-7DCB-E229-0FD2949CD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DF190-3007-8746-250E-23617FD015D3}"/>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508130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C5969-9188-32DD-DA58-D301593E09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8DE3ED-C341-13E7-54E7-355B3EA56C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C37D37-C918-E703-66E0-62B8D5D484A5}"/>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8D67B248-6090-218B-8E11-7D553BACA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CD164-42A7-7070-9B28-D1018EE02839}"/>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69950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35B6-D5EF-ED21-2599-1BFE3E8C5E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629C9D-60F8-DF91-D3D5-C85A1B28C7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5FC40-6BA8-9C9F-B83C-AB2DEDFD5DE2}"/>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96573FCB-0553-7E16-F339-6F61BBA70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C14A76-185B-46CA-B318-99FD676D3694}"/>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763597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6BFA-DFC0-CF0E-A2BD-495899F845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81BD9A-0F9D-06C7-4547-5B4E6F8A00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9CABCB-9C13-95B8-14ED-CFC4F5F8D4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10C569-B01D-5F32-4378-716B1FD0B478}"/>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6" name="Footer Placeholder 5">
            <a:extLst>
              <a:ext uri="{FF2B5EF4-FFF2-40B4-BE49-F238E27FC236}">
                <a16:creationId xmlns:a16="http://schemas.microsoft.com/office/drawing/2014/main" id="{ADEABC71-42C5-8935-C30E-9158483C2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D0B61-3770-B833-05CE-54A2297BF8CA}"/>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300866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AAEE-C384-5CD5-561E-E56326DD46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18DC0A-AA9D-D24F-37DD-B2922E839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350973-48D8-14CA-6486-310C50C564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6E151D-AE1D-093D-B128-326F3A427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1DC38-A8B1-0BB6-1366-15A6F9CB82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13CD88-B238-7A4D-F7B6-6E70D2536224}"/>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8" name="Footer Placeholder 7">
            <a:extLst>
              <a:ext uri="{FF2B5EF4-FFF2-40B4-BE49-F238E27FC236}">
                <a16:creationId xmlns:a16="http://schemas.microsoft.com/office/drawing/2014/main" id="{3A4ECEA3-7F09-1CD0-9F5B-25FA98FC47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063F54-6E25-E620-BFF0-909B9DEA9655}"/>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21190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831B-E50C-1171-C693-4DFCCEB0AE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B98E8E-808D-57EF-0903-30B14EE6443D}"/>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4" name="Footer Placeholder 3">
            <a:extLst>
              <a:ext uri="{FF2B5EF4-FFF2-40B4-BE49-F238E27FC236}">
                <a16:creationId xmlns:a16="http://schemas.microsoft.com/office/drawing/2014/main" id="{2510B5F3-F1CE-83E9-CCD0-9FB0C796E5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A90248-8D14-62FA-DD38-0E617BCEE8C0}"/>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102844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320DB8-8679-1344-A3A7-8F6B18E619FC}"/>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3" name="Footer Placeholder 2">
            <a:extLst>
              <a:ext uri="{FF2B5EF4-FFF2-40B4-BE49-F238E27FC236}">
                <a16:creationId xmlns:a16="http://schemas.microsoft.com/office/drawing/2014/main" id="{FD2DB7C9-A07D-D5EA-06BA-1E195C9A32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F19F81-4F83-7663-7199-92025254DFF8}"/>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1915545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6D6E-4F8A-2C5B-707D-CDD126D9CC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BE8571-DCEB-5870-5DE0-3A586D6D3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82F22C-3394-AFC4-D3EE-59CCECBD8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2186C9-2DB7-A4A2-7448-F7809486B112}"/>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6" name="Footer Placeholder 5">
            <a:extLst>
              <a:ext uri="{FF2B5EF4-FFF2-40B4-BE49-F238E27FC236}">
                <a16:creationId xmlns:a16="http://schemas.microsoft.com/office/drawing/2014/main" id="{3253C5E4-1A8C-571F-F000-152AE3C793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AD6E0A-1BCE-6698-0E03-C13E3EB34E9A}"/>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4179647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D9D8-CC76-A00A-BC57-40B1EF69A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D5B355-08CF-C69A-C3F8-A3763B3A46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90BC25-D117-CC3B-5B36-5FF291AEAD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8162-D438-BBFD-382F-E2FBA696E39D}"/>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6" name="Footer Placeholder 5">
            <a:extLst>
              <a:ext uri="{FF2B5EF4-FFF2-40B4-BE49-F238E27FC236}">
                <a16:creationId xmlns:a16="http://schemas.microsoft.com/office/drawing/2014/main" id="{02B6E9E6-4264-2915-E438-5B3399267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F4F32-771F-B6B3-D6ED-68C004282E29}"/>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711947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15AF-C09F-DF2C-3AE3-9337367DED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E91EB7-053F-E42E-0910-6EFD0F295C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86A28-A793-36C6-4A32-0856C2670CBD}"/>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88FEDF88-0995-76E5-3431-AECD51693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5D778-A799-10EA-4AE6-D19EE948E364}"/>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01992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F5B9C-C845-C028-E082-081548B9B0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9BAFB7-930F-908F-158E-F7461938FA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5F828-20CD-E47D-F7C3-606B3CE329BC}"/>
              </a:ext>
            </a:extLst>
          </p:cNvPr>
          <p:cNvSpPr>
            <a:spLocks noGrp="1"/>
          </p:cNvSpPr>
          <p:nvPr>
            <p:ph type="dt" sz="half" idx="10"/>
          </p:nvPr>
        </p:nvSpPr>
        <p:spPr/>
        <p:txBody>
          <a:body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13E3E977-9C2A-B1A8-2369-92B4C90D0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E856F-0F75-AF9B-A11E-BE8CC2E3041C}"/>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74849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667F6-EBA7-7AB0-B89B-DF9627AE1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30D388-B469-EADD-3E9B-28849B3AE6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41D7B-3FD5-23B1-7DC8-6EC673969C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BBECF5-4670-436C-B824-E7D087F43982}" type="datetimeFigureOut">
              <a:rPr lang="en-US" smtClean="0"/>
              <a:t>04/28/26</a:t>
            </a:fld>
            <a:endParaRPr lang="en-US"/>
          </a:p>
        </p:txBody>
      </p:sp>
      <p:sp>
        <p:nvSpPr>
          <p:cNvPr id="5" name="Footer Placeholder 4">
            <a:extLst>
              <a:ext uri="{FF2B5EF4-FFF2-40B4-BE49-F238E27FC236}">
                <a16:creationId xmlns:a16="http://schemas.microsoft.com/office/drawing/2014/main" id="{88510D60-3061-7BA4-8E61-5400A84FF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81C7E2-9E56-C74A-43B2-E32F1C19DE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C91FA9-6949-4583-9C70-15347D9DCF02}" type="slidenum">
              <a:rPr lang="en-US" smtClean="0"/>
              <a:t>‹#›</a:t>
            </a:fld>
            <a:endParaRPr lang="en-US"/>
          </a:p>
        </p:txBody>
      </p:sp>
    </p:spTree>
    <p:extLst>
      <p:ext uri="{BB962C8B-B14F-4D97-AF65-F5344CB8AC3E}">
        <p14:creationId xmlns:p14="http://schemas.microsoft.com/office/powerpoint/2010/main" val="2255003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3E614B-06A0-891F-5C52-C03ACD2741D8}"/>
              </a:ext>
            </a:extLst>
          </p:cNvPr>
          <p:cNvSpPr/>
          <p:nvPr/>
        </p:nvSpPr>
        <p:spPr>
          <a:xfrm>
            <a:off x="125507" y="806820"/>
            <a:ext cx="6149787" cy="54326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View CAD</a:t>
            </a:r>
          </a:p>
        </p:txBody>
      </p:sp>
      <p:sp>
        <p:nvSpPr>
          <p:cNvPr id="6" name="Rectangle: Rounded Corners 5">
            <a:extLst>
              <a:ext uri="{FF2B5EF4-FFF2-40B4-BE49-F238E27FC236}">
                <a16:creationId xmlns:a16="http://schemas.microsoft.com/office/drawing/2014/main" id="{299B462D-5B5E-53E4-E905-F91034F14331}"/>
              </a:ext>
            </a:extLst>
          </p:cNvPr>
          <p:cNvSpPr/>
          <p:nvPr/>
        </p:nvSpPr>
        <p:spPr>
          <a:xfrm>
            <a:off x="10928100" y="6382814"/>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Start</a:t>
            </a:r>
          </a:p>
        </p:txBody>
      </p:sp>
      <p:sp>
        <p:nvSpPr>
          <p:cNvPr id="9" name="Rectangle: Rounded Corners 8">
            <a:extLst>
              <a:ext uri="{FF2B5EF4-FFF2-40B4-BE49-F238E27FC236}">
                <a16:creationId xmlns:a16="http://schemas.microsoft.com/office/drawing/2014/main" id="{39608790-641B-DED0-C095-AEFCC405FB3F}"/>
              </a:ext>
            </a:extLst>
          </p:cNvPr>
          <p:cNvSpPr/>
          <p:nvPr/>
        </p:nvSpPr>
        <p:spPr>
          <a:xfrm>
            <a:off x="9584788" y="6378360"/>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Pause</a:t>
            </a:r>
          </a:p>
        </p:txBody>
      </p:sp>
      <p:sp>
        <p:nvSpPr>
          <p:cNvPr id="10" name="Rectangle: Rounded Corners 9">
            <a:extLst>
              <a:ext uri="{FF2B5EF4-FFF2-40B4-BE49-F238E27FC236}">
                <a16:creationId xmlns:a16="http://schemas.microsoft.com/office/drawing/2014/main" id="{F0F57E0A-C56F-EA77-3490-E8812F246A08}"/>
              </a:ext>
            </a:extLst>
          </p:cNvPr>
          <p:cNvSpPr/>
          <p:nvPr/>
        </p:nvSpPr>
        <p:spPr>
          <a:xfrm>
            <a:off x="8353842" y="6378360"/>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Resume</a:t>
            </a:r>
          </a:p>
        </p:txBody>
      </p:sp>
      <p:sp>
        <p:nvSpPr>
          <p:cNvPr id="11" name="Rectangle 10">
            <a:extLst>
              <a:ext uri="{FF2B5EF4-FFF2-40B4-BE49-F238E27FC236}">
                <a16:creationId xmlns:a16="http://schemas.microsoft.com/office/drawing/2014/main" id="{B01F9C3A-5023-E227-DA5C-0761D190788D}"/>
              </a:ext>
            </a:extLst>
          </p:cNvPr>
          <p:cNvSpPr/>
          <p:nvPr/>
        </p:nvSpPr>
        <p:spPr>
          <a:xfrm>
            <a:off x="125507" y="470653"/>
            <a:ext cx="3711389" cy="295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Đường dẫn cad</a:t>
            </a:r>
          </a:p>
        </p:txBody>
      </p:sp>
      <p:sp>
        <p:nvSpPr>
          <p:cNvPr id="13" name="Rectangle 12">
            <a:extLst>
              <a:ext uri="{FF2B5EF4-FFF2-40B4-BE49-F238E27FC236}">
                <a16:creationId xmlns:a16="http://schemas.microsoft.com/office/drawing/2014/main" id="{47648BE9-5049-4AB0-815C-E1811E037F34}"/>
              </a:ext>
            </a:extLst>
          </p:cNvPr>
          <p:cNvSpPr/>
          <p:nvPr/>
        </p:nvSpPr>
        <p:spPr>
          <a:xfrm>
            <a:off x="3926543" y="470653"/>
            <a:ext cx="1506070" cy="295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Tên file</a:t>
            </a:r>
          </a:p>
        </p:txBody>
      </p:sp>
      <p:sp>
        <p:nvSpPr>
          <p:cNvPr id="14" name="Rectangle: Rounded Corners 13">
            <a:extLst>
              <a:ext uri="{FF2B5EF4-FFF2-40B4-BE49-F238E27FC236}">
                <a16:creationId xmlns:a16="http://schemas.microsoft.com/office/drawing/2014/main" id="{CE65B707-B59C-468C-92D4-1AF844E18F02}"/>
              </a:ext>
            </a:extLst>
          </p:cNvPr>
          <p:cNvSpPr/>
          <p:nvPr/>
        </p:nvSpPr>
        <p:spPr>
          <a:xfrm>
            <a:off x="125507" y="6333560"/>
            <a:ext cx="1281952"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bắt đầu </a:t>
            </a:r>
          </a:p>
        </p:txBody>
      </p:sp>
      <p:sp>
        <p:nvSpPr>
          <p:cNvPr id="15" name="Rectangle: Rounded Corners 14">
            <a:extLst>
              <a:ext uri="{FF2B5EF4-FFF2-40B4-BE49-F238E27FC236}">
                <a16:creationId xmlns:a16="http://schemas.microsoft.com/office/drawing/2014/main" id="{2F32648D-B3E6-D2FD-9F67-7E8230B1FB6D}"/>
              </a:ext>
            </a:extLst>
          </p:cNvPr>
          <p:cNvSpPr/>
          <p:nvPr/>
        </p:nvSpPr>
        <p:spPr>
          <a:xfrm>
            <a:off x="1539255" y="6340272"/>
            <a:ext cx="1380564" cy="4572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bắt đầu bơm keo</a:t>
            </a:r>
          </a:p>
        </p:txBody>
      </p:sp>
      <p:sp>
        <p:nvSpPr>
          <p:cNvPr id="16" name="Rectangle: Rounded Corners 15">
            <a:extLst>
              <a:ext uri="{FF2B5EF4-FFF2-40B4-BE49-F238E27FC236}">
                <a16:creationId xmlns:a16="http://schemas.microsoft.com/office/drawing/2014/main" id="{A7FCE874-99D3-CA15-EDF1-F5D71901AD72}"/>
              </a:ext>
            </a:extLst>
          </p:cNvPr>
          <p:cNvSpPr/>
          <p:nvPr/>
        </p:nvSpPr>
        <p:spPr>
          <a:xfrm>
            <a:off x="3015776" y="6347006"/>
            <a:ext cx="1380564" cy="4572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kết thúc bơm keo</a:t>
            </a:r>
          </a:p>
        </p:txBody>
      </p:sp>
      <p:sp>
        <p:nvSpPr>
          <p:cNvPr id="17" name="Rectangle: Rounded Corners 16">
            <a:extLst>
              <a:ext uri="{FF2B5EF4-FFF2-40B4-BE49-F238E27FC236}">
                <a16:creationId xmlns:a16="http://schemas.microsoft.com/office/drawing/2014/main" id="{AD2E496B-43D0-4E72-F0FF-61D77BD16287}"/>
              </a:ext>
            </a:extLst>
          </p:cNvPr>
          <p:cNvSpPr/>
          <p:nvPr/>
        </p:nvSpPr>
        <p:spPr>
          <a:xfrm>
            <a:off x="5522260" y="450486"/>
            <a:ext cx="851647" cy="3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Open</a:t>
            </a:r>
          </a:p>
        </p:txBody>
      </p:sp>
      <p:sp>
        <p:nvSpPr>
          <p:cNvPr id="18" name="Oval 17">
            <a:extLst>
              <a:ext uri="{FF2B5EF4-FFF2-40B4-BE49-F238E27FC236}">
                <a16:creationId xmlns:a16="http://schemas.microsoft.com/office/drawing/2014/main" id="{F21A4C13-7BF9-0294-7D98-C404895EE4F8}"/>
              </a:ext>
            </a:extLst>
          </p:cNvPr>
          <p:cNvSpPr/>
          <p:nvPr/>
        </p:nvSpPr>
        <p:spPr>
          <a:xfrm>
            <a:off x="8956863" y="365318"/>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TextBox 18">
            <a:extLst>
              <a:ext uri="{FF2B5EF4-FFF2-40B4-BE49-F238E27FC236}">
                <a16:creationId xmlns:a16="http://schemas.microsoft.com/office/drawing/2014/main" id="{3242DBD8-5B19-359E-EC5A-4520B441DB99}"/>
              </a:ext>
            </a:extLst>
          </p:cNvPr>
          <p:cNvSpPr txBox="1"/>
          <p:nvPr/>
        </p:nvSpPr>
        <p:spPr>
          <a:xfrm>
            <a:off x="8732444" y="21292"/>
            <a:ext cx="814684" cy="369332"/>
          </a:xfrm>
          <a:prstGeom prst="rect">
            <a:avLst/>
          </a:prstGeom>
          <a:noFill/>
        </p:spPr>
        <p:txBody>
          <a:bodyPr wrap="square" rtlCol="0">
            <a:spAutoFit/>
          </a:bodyPr>
          <a:lstStyle/>
          <a:p>
            <a:r>
              <a:rPr lang="en-US"/>
              <a:t>Ready</a:t>
            </a:r>
          </a:p>
        </p:txBody>
      </p:sp>
      <p:sp>
        <p:nvSpPr>
          <p:cNvPr id="20" name="Oval 19">
            <a:extLst>
              <a:ext uri="{FF2B5EF4-FFF2-40B4-BE49-F238E27FC236}">
                <a16:creationId xmlns:a16="http://schemas.microsoft.com/office/drawing/2014/main" id="{4C22211C-5395-89C7-AC3A-FC80DD822A06}"/>
              </a:ext>
            </a:extLst>
          </p:cNvPr>
          <p:cNvSpPr/>
          <p:nvPr/>
        </p:nvSpPr>
        <p:spPr>
          <a:xfrm>
            <a:off x="9588873" y="365318"/>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TextBox 20">
            <a:extLst>
              <a:ext uri="{FF2B5EF4-FFF2-40B4-BE49-F238E27FC236}">
                <a16:creationId xmlns:a16="http://schemas.microsoft.com/office/drawing/2014/main" id="{7D3357DB-54EF-C0FA-3DA7-65CCC95436FC}"/>
              </a:ext>
            </a:extLst>
          </p:cNvPr>
          <p:cNvSpPr txBox="1"/>
          <p:nvPr/>
        </p:nvSpPr>
        <p:spPr>
          <a:xfrm>
            <a:off x="9511818" y="21292"/>
            <a:ext cx="734555" cy="369332"/>
          </a:xfrm>
          <a:prstGeom prst="rect">
            <a:avLst/>
          </a:prstGeom>
          <a:noFill/>
        </p:spPr>
        <p:txBody>
          <a:bodyPr wrap="square" rtlCol="0">
            <a:spAutoFit/>
          </a:bodyPr>
          <a:lstStyle/>
          <a:p>
            <a:r>
              <a:rPr lang="en-US"/>
              <a:t>Busy</a:t>
            </a:r>
          </a:p>
        </p:txBody>
      </p:sp>
      <p:sp>
        <p:nvSpPr>
          <p:cNvPr id="22" name="TextBox 21">
            <a:extLst>
              <a:ext uri="{FF2B5EF4-FFF2-40B4-BE49-F238E27FC236}">
                <a16:creationId xmlns:a16="http://schemas.microsoft.com/office/drawing/2014/main" id="{678B5C48-6B47-38DE-5EDB-FB0709597943}"/>
              </a:ext>
            </a:extLst>
          </p:cNvPr>
          <p:cNvSpPr txBox="1"/>
          <p:nvPr/>
        </p:nvSpPr>
        <p:spPr>
          <a:xfrm>
            <a:off x="7906305" y="38747"/>
            <a:ext cx="591829" cy="369332"/>
          </a:xfrm>
          <a:prstGeom prst="rect">
            <a:avLst/>
          </a:prstGeom>
          <a:noFill/>
        </p:spPr>
        <p:txBody>
          <a:bodyPr wrap="none" rtlCol="0">
            <a:spAutoFit/>
          </a:bodyPr>
          <a:lstStyle/>
          <a:p>
            <a:r>
              <a:rPr lang="en-US"/>
              <a:t>Đèn</a:t>
            </a:r>
          </a:p>
        </p:txBody>
      </p:sp>
      <p:cxnSp>
        <p:nvCxnSpPr>
          <p:cNvPr id="24" name="Straight Arrow Connector 23">
            <a:extLst>
              <a:ext uri="{FF2B5EF4-FFF2-40B4-BE49-F238E27FC236}">
                <a16:creationId xmlns:a16="http://schemas.microsoft.com/office/drawing/2014/main" id="{4CB1402A-F6A2-BACA-AF85-078E92B0BC14}"/>
              </a:ext>
            </a:extLst>
          </p:cNvPr>
          <p:cNvCxnSpPr>
            <a:cxnSpLocks/>
            <a:stCxn id="22" idx="2"/>
          </p:cNvCxnSpPr>
          <p:nvPr/>
        </p:nvCxnSpPr>
        <p:spPr>
          <a:xfrm>
            <a:off x="8202220" y="408079"/>
            <a:ext cx="604340" cy="838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1A91C679-24C2-3711-4C15-5E7D45A593FF}"/>
              </a:ext>
            </a:extLst>
          </p:cNvPr>
          <p:cNvSpPr/>
          <p:nvPr/>
        </p:nvSpPr>
        <p:spPr>
          <a:xfrm>
            <a:off x="10333911" y="380994"/>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8" name="TextBox 27">
            <a:extLst>
              <a:ext uri="{FF2B5EF4-FFF2-40B4-BE49-F238E27FC236}">
                <a16:creationId xmlns:a16="http://schemas.microsoft.com/office/drawing/2014/main" id="{C8B9B002-8ACF-8318-3FB1-925BD7BC9567}"/>
              </a:ext>
            </a:extLst>
          </p:cNvPr>
          <p:cNvSpPr txBox="1"/>
          <p:nvPr/>
        </p:nvSpPr>
        <p:spPr>
          <a:xfrm>
            <a:off x="10113416" y="36968"/>
            <a:ext cx="814684" cy="369332"/>
          </a:xfrm>
          <a:prstGeom prst="rect">
            <a:avLst/>
          </a:prstGeom>
          <a:noFill/>
        </p:spPr>
        <p:txBody>
          <a:bodyPr wrap="square" rtlCol="0">
            <a:spAutoFit/>
          </a:bodyPr>
          <a:lstStyle/>
          <a:p>
            <a:r>
              <a:rPr lang="en-US"/>
              <a:t>Home</a:t>
            </a:r>
          </a:p>
        </p:txBody>
      </p:sp>
      <p:sp>
        <p:nvSpPr>
          <p:cNvPr id="32" name="Oval 31">
            <a:extLst>
              <a:ext uri="{FF2B5EF4-FFF2-40B4-BE49-F238E27FC236}">
                <a16:creationId xmlns:a16="http://schemas.microsoft.com/office/drawing/2014/main" id="{A6050FBB-6B35-6383-4471-C90D7E859A8D}"/>
              </a:ext>
            </a:extLst>
          </p:cNvPr>
          <p:cNvSpPr/>
          <p:nvPr/>
        </p:nvSpPr>
        <p:spPr>
          <a:xfrm>
            <a:off x="11067161" y="380994"/>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3" name="TextBox 32">
            <a:extLst>
              <a:ext uri="{FF2B5EF4-FFF2-40B4-BE49-F238E27FC236}">
                <a16:creationId xmlns:a16="http://schemas.microsoft.com/office/drawing/2014/main" id="{D71FC238-94FB-B5C6-A724-928095701670}"/>
              </a:ext>
            </a:extLst>
          </p:cNvPr>
          <p:cNvSpPr txBox="1"/>
          <p:nvPr/>
        </p:nvSpPr>
        <p:spPr>
          <a:xfrm>
            <a:off x="10846666" y="36968"/>
            <a:ext cx="814684" cy="369332"/>
          </a:xfrm>
          <a:prstGeom prst="rect">
            <a:avLst/>
          </a:prstGeom>
          <a:noFill/>
        </p:spPr>
        <p:txBody>
          <a:bodyPr wrap="square" rtlCol="0">
            <a:spAutoFit/>
          </a:bodyPr>
          <a:lstStyle/>
          <a:p>
            <a:r>
              <a:rPr lang="en-US"/>
              <a:t>Error</a:t>
            </a:r>
          </a:p>
        </p:txBody>
      </p:sp>
      <p:sp>
        <p:nvSpPr>
          <p:cNvPr id="34" name="Rectangle: Rounded Corners 33">
            <a:extLst>
              <a:ext uri="{FF2B5EF4-FFF2-40B4-BE49-F238E27FC236}">
                <a16:creationId xmlns:a16="http://schemas.microsoft.com/office/drawing/2014/main" id="{6E3A7D61-474F-EC67-0064-7175F9CB73EE}"/>
              </a:ext>
            </a:extLst>
          </p:cNvPr>
          <p:cNvSpPr/>
          <p:nvPr/>
        </p:nvSpPr>
        <p:spPr>
          <a:xfrm>
            <a:off x="4650444" y="6347006"/>
            <a:ext cx="1080246"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Độ cao của Z hạ</a:t>
            </a:r>
          </a:p>
        </p:txBody>
      </p:sp>
      <p:sp>
        <p:nvSpPr>
          <p:cNvPr id="35" name="Rectangle: Rounded Corners 34">
            <a:extLst>
              <a:ext uri="{FF2B5EF4-FFF2-40B4-BE49-F238E27FC236}">
                <a16:creationId xmlns:a16="http://schemas.microsoft.com/office/drawing/2014/main" id="{0C75F700-7563-A53B-85D5-F10EF2CBBDB9}"/>
              </a:ext>
            </a:extLst>
          </p:cNvPr>
          <p:cNvSpPr/>
          <p:nvPr/>
        </p:nvSpPr>
        <p:spPr>
          <a:xfrm>
            <a:off x="5826647" y="6340272"/>
            <a:ext cx="1022079"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Độ cao  Z an toàn</a:t>
            </a:r>
          </a:p>
        </p:txBody>
      </p:sp>
      <p:sp>
        <p:nvSpPr>
          <p:cNvPr id="38" name="TextBox 37">
            <a:extLst>
              <a:ext uri="{FF2B5EF4-FFF2-40B4-BE49-F238E27FC236}">
                <a16:creationId xmlns:a16="http://schemas.microsoft.com/office/drawing/2014/main" id="{322ADDAA-5175-D573-C68A-BC7CC06FDD29}"/>
              </a:ext>
            </a:extLst>
          </p:cNvPr>
          <p:cNvSpPr txBox="1"/>
          <p:nvPr/>
        </p:nvSpPr>
        <p:spPr>
          <a:xfrm>
            <a:off x="351864" y="874060"/>
            <a:ext cx="3485032" cy="2031325"/>
          </a:xfrm>
          <a:prstGeom prst="rect">
            <a:avLst/>
          </a:prstGeom>
          <a:solidFill>
            <a:schemeClr val="accent4">
              <a:lumMod val="60000"/>
              <a:lumOff val="40000"/>
            </a:schemeClr>
          </a:solidFill>
        </p:spPr>
        <p:txBody>
          <a:bodyPr wrap="square" rtlCol="0">
            <a:spAutoFit/>
          </a:bodyPr>
          <a:lstStyle/>
          <a:p>
            <a:r>
              <a:rPr lang="en-US"/>
              <a:t>Load file xong các điểm giao nhau có thể tích chọn và có thể nhấn nút điểm bắt đầu quy định đấy là điểm bắt đầu điểm bơm keo quy định điểm bắt đầu bơm keo điểm kết thúc dừng bơm keo và nhấc đầu keo lên.</a:t>
            </a:r>
          </a:p>
        </p:txBody>
      </p:sp>
      <p:sp>
        <p:nvSpPr>
          <p:cNvPr id="39" name="TextBox 38">
            <a:extLst>
              <a:ext uri="{FF2B5EF4-FFF2-40B4-BE49-F238E27FC236}">
                <a16:creationId xmlns:a16="http://schemas.microsoft.com/office/drawing/2014/main" id="{7FED79AB-F75E-7B47-FB4F-8ED0C8D73169}"/>
              </a:ext>
            </a:extLst>
          </p:cNvPr>
          <p:cNvSpPr txBox="1"/>
          <p:nvPr/>
        </p:nvSpPr>
        <p:spPr>
          <a:xfrm>
            <a:off x="225791" y="3961269"/>
            <a:ext cx="3485032" cy="646331"/>
          </a:xfrm>
          <a:prstGeom prst="rect">
            <a:avLst/>
          </a:prstGeom>
          <a:solidFill>
            <a:schemeClr val="accent4">
              <a:lumMod val="60000"/>
              <a:lumOff val="40000"/>
            </a:schemeClr>
          </a:solidFill>
        </p:spPr>
        <p:txBody>
          <a:bodyPr wrap="square" rtlCol="0">
            <a:spAutoFit/>
          </a:bodyPr>
          <a:lstStyle/>
          <a:p>
            <a:r>
              <a:rPr lang="en-US"/>
              <a:t>Z hạ là điểm bơm keo </a:t>
            </a:r>
          </a:p>
          <a:p>
            <a:r>
              <a:rPr lang="en-US"/>
              <a:t>Z an toàn là mặt phảng thoát</a:t>
            </a:r>
          </a:p>
        </p:txBody>
      </p:sp>
      <p:graphicFrame>
        <p:nvGraphicFramePr>
          <p:cNvPr id="45" name="Table 44">
            <a:extLst>
              <a:ext uri="{FF2B5EF4-FFF2-40B4-BE49-F238E27FC236}">
                <a16:creationId xmlns:a16="http://schemas.microsoft.com/office/drawing/2014/main" id="{F023A614-C422-9086-86BF-A0C6877ADE0E}"/>
              </a:ext>
            </a:extLst>
          </p:cNvPr>
          <p:cNvGraphicFramePr>
            <a:graphicFrameLocks noGrp="1"/>
          </p:cNvGraphicFramePr>
          <p:nvPr>
            <p:extLst>
              <p:ext uri="{D42A27DB-BD31-4B8C-83A1-F6EECF244321}">
                <p14:modId xmlns:p14="http://schemas.microsoft.com/office/powerpoint/2010/main" val="2299198245"/>
              </p:ext>
            </p:extLst>
          </p:nvPr>
        </p:nvGraphicFramePr>
        <p:xfrm>
          <a:off x="6345898" y="3801030"/>
          <a:ext cx="5720592" cy="966808"/>
        </p:xfrm>
        <a:graphic>
          <a:graphicData uri="http://schemas.openxmlformats.org/drawingml/2006/table">
            <a:tbl>
              <a:tblPr firstRow="1" bandRow="1">
                <a:tableStyleId>{5C22544A-7EE6-4342-B048-85BDC9FD1C3A}</a:tableStyleId>
              </a:tblPr>
              <a:tblGrid>
                <a:gridCol w="953432">
                  <a:extLst>
                    <a:ext uri="{9D8B030D-6E8A-4147-A177-3AD203B41FA5}">
                      <a16:colId xmlns:a16="http://schemas.microsoft.com/office/drawing/2014/main" val="4220796407"/>
                    </a:ext>
                  </a:extLst>
                </a:gridCol>
                <a:gridCol w="953432">
                  <a:extLst>
                    <a:ext uri="{9D8B030D-6E8A-4147-A177-3AD203B41FA5}">
                      <a16:colId xmlns:a16="http://schemas.microsoft.com/office/drawing/2014/main" val="2709503273"/>
                    </a:ext>
                  </a:extLst>
                </a:gridCol>
                <a:gridCol w="953432">
                  <a:extLst>
                    <a:ext uri="{9D8B030D-6E8A-4147-A177-3AD203B41FA5}">
                      <a16:colId xmlns:a16="http://schemas.microsoft.com/office/drawing/2014/main" val="1805821605"/>
                    </a:ext>
                  </a:extLst>
                </a:gridCol>
                <a:gridCol w="953432">
                  <a:extLst>
                    <a:ext uri="{9D8B030D-6E8A-4147-A177-3AD203B41FA5}">
                      <a16:colId xmlns:a16="http://schemas.microsoft.com/office/drawing/2014/main" val="98096387"/>
                    </a:ext>
                  </a:extLst>
                </a:gridCol>
                <a:gridCol w="953432">
                  <a:extLst>
                    <a:ext uri="{9D8B030D-6E8A-4147-A177-3AD203B41FA5}">
                      <a16:colId xmlns:a16="http://schemas.microsoft.com/office/drawing/2014/main" val="1177100421"/>
                    </a:ext>
                  </a:extLst>
                </a:gridCol>
                <a:gridCol w="953432">
                  <a:extLst>
                    <a:ext uri="{9D8B030D-6E8A-4147-A177-3AD203B41FA5}">
                      <a16:colId xmlns:a16="http://schemas.microsoft.com/office/drawing/2014/main" val="2005200453"/>
                    </a:ext>
                  </a:extLst>
                </a:gridCol>
              </a:tblGrid>
              <a:tr h="487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rial" panose="020B0604020202020204" pitchFamily="34" charset="0"/>
                          <a:cs typeface="Arial" panose="020B0604020202020204" pitchFamily="34" charset="0"/>
                        </a:rPr>
                        <a:t>Loại chuyển động</a:t>
                      </a:r>
                    </a:p>
                  </a:txBody>
                  <a:tcPr/>
                </a:tc>
                <a:tc>
                  <a:txBody>
                    <a:bodyPr/>
                    <a:lstStyle/>
                    <a:p>
                      <a:r>
                        <a:rPr lang="en-US" sz="900">
                          <a:latin typeface="Arial" panose="020B0604020202020204" pitchFamily="34" charset="0"/>
                          <a:cs typeface="Arial" panose="020B0604020202020204" pitchFamily="34" charset="0"/>
                        </a:rPr>
                        <a:t>Giá trị M code</a:t>
                      </a:r>
                    </a:p>
                  </a:txBody>
                  <a:tcPr/>
                </a:tc>
                <a:tc>
                  <a:txBody>
                    <a:bodyPr/>
                    <a:lstStyle/>
                    <a:p>
                      <a:r>
                        <a:rPr lang="en-US" sz="900">
                          <a:latin typeface="Arial" panose="020B0604020202020204" pitchFamily="34" charset="0"/>
                          <a:cs typeface="Arial" panose="020B0604020202020204" pitchFamily="34" charset="0"/>
                        </a:rPr>
                        <a:t>Dwell </a:t>
                      </a:r>
                    </a:p>
                  </a:txBody>
                  <a:tcPr/>
                </a:tc>
                <a:tc>
                  <a:txBody>
                    <a:bodyPr/>
                    <a:lstStyle/>
                    <a:p>
                      <a:r>
                        <a:rPr lang="en-US" sz="900">
                          <a:latin typeface="Arial" panose="020B0604020202020204" pitchFamily="34" charset="0"/>
                          <a:cs typeface="Arial" panose="020B0604020202020204" pitchFamily="34" charset="0"/>
                        </a:rPr>
                        <a:t>Tốc độ </a:t>
                      </a:r>
                    </a:p>
                  </a:txBody>
                  <a:tcPr/>
                </a:tc>
                <a:tc>
                  <a:txBody>
                    <a:bodyPr/>
                    <a:lstStyle/>
                    <a:p>
                      <a:r>
                        <a:rPr lang="en-US" sz="900">
                          <a:latin typeface="Arial" panose="020B0604020202020204" pitchFamily="34" charset="0"/>
                          <a:cs typeface="Arial" panose="020B0604020202020204" pitchFamily="34" charset="0"/>
                        </a:rPr>
                        <a:t>Toạ độ cuối</a:t>
                      </a:r>
                    </a:p>
                    <a:p>
                      <a:r>
                        <a:rPr lang="en-US" sz="900">
                          <a:latin typeface="Arial" panose="020B0604020202020204" pitchFamily="34" charset="0"/>
                          <a:cs typeface="Arial" panose="020B0604020202020204" pitchFamily="34" charset="0"/>
                        </a:rPr>
                        <a:t>(X;Y)</a:t>
                      </a:r>
                    </a:p>
                  </a:txBody>
                  <a:tcPr/>
                </a:tc>
                <a:tc>
                  <a:txBody>
                    <a:bodyPr/>
                    <a:lstStyle/>
                    <a:p>
                      <a:r>
                        <a:rPr lang="en-US" sz="900">
                          <a:latin typeface="Arial" panose="020B0604020202020204" pitchFamily="34" charset="0"/>
                          <a:cs typeface="Arial" panose="020B0604020202020204" pitchFamily="34" charset="0"/>
                        </a:rPr>
                        <a:t>Toạ độ tâm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latin typeface="Arial" panose="020B0604020202020204" pitchFamily="34" charset="0"/>
                          <a:cs typeface="Arial" panose="020B0604020202020204" pitchFamily="34" charset="0"/>
                        </a:rPr>
                        <a:t>(X;Y)</a:t>
                      </a:r>
                    </a:p>
                    <a:p>
                      <a:endParaRPr lang="en-US" sz="9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8085790"/>
                  </a:ext>
                </a:extLst>
              </a:tr>
              <a:tr h="231944">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55125908"/>
                  </a:ext>
                </a:extLst>
              </a:tr>
              <a:tr h="231944">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6242266"/>
                  </a:ext>
                </a:extLst>
              </a:tr>
            </a:tbl>
          </a:graphicData>
        </a:graphic>
      </p:graphicFrame>
      <p:sp>
        <p:nvSpPr>
          <p:cNvPr id="52" name="Rectangle: Rounded Corners 51">
            <a:extLst>
              <a:ext uri="{FF2B5EF4-FFF2-40B4-BE49-F238E27FC236}">
                <a16:creationId xmlns:a16="http://schemas.microsoft.com/office/drawing/2014/main" id="{E6B0097B-B375-6D40-27B8-7044EF83DA86}"/>
              </a:ext>
            </a:extLst>
          </p:cNvPr>
          <p:cNvSpPr/>
          <p:nvPr/>
        </p:nvSpPr>
        <p:spPr>
          <a:xfrm>
            <a:off x="6944683" y="6340272"/>
            <a:ext cx="1022079"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Tốc độ</a:t>
            </a:r>
          </a:p>
        </p:txBody>
      </p:sp>
      <p:sp>
        <p:nvSpPr>
          <p:cNvPr id="59" name="Rectangle 58">
            <a:extLst>
              <a:ext uri="{FF2B5EF4-FFF2-40B4-BE49-F238E27FC236}">
                <a16:creationId xmlns:a16="http://schemas.microsoft.com/office/drawing/2014/main" id="{9B2F0537-E8AD-81F1-7B9B-A0BA5F4E2688}"/>
              </a:ext>
            </a:extLst>
          </p:cNvPr>
          <p:cNvSpPr/>
          <p:nvPr/>
        </p:nvSpPr>
        <p:spPr>
          <a:xfrm>
            <a:off x="80682" y="6306665"/>
            <a:ext cx="4404180" cy="5244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D7D8C608-D304-6945-EAD6-EAABE04E05EC}"/>
              </a:ext>
            </a:extLst>
          </p:cNvPr>
          <p:cNvGraphicFramePr>
            <a:graphicFrameLocks noGrp="1"/>
          </p:cNvGraphicFramePr>
          <p:nvPr>
            <p:extLst>
              <p:ext uri="{D42A27DB-BD31-4B8C-83A1-F6EECF244321}">
                <p14:modId xmlns:p14="http://schemas.microsoft.com/office/powerpoint/2010/main" val="2659734237"/>
              </p:ext>
            </p:extLst>
          </p:nvPr>
        </p:nvGraphicFramePr>
        <p:xfrm>
          <a:off x="6465014" y="913755"/>
          <a:ext cx="5601478" cy="2478151"/>
        </p:xfrm>
        <a:graphic>
          <a:graphicData uri="http://schemas.openxmlformats.org/drawingml/2006/table">
            <a:tbl>
              <a:tblPr firstRow="1" bandRow="1">
                <a:tableStyleId>{5C22544A-7EE6-4342-B048-85BDC9FD1C3A}</a:tableStyleId>
              </a:tblPr>
              <a:tblGrid>
                <a:gridCol w="483391">
                  <a:extLst>
                    <a:ext uri="{9D8B030D-6E8A-4147-A177-3AD203B41FA5}">
                      <a16:colId xmlns:a16="http://schemas.microsoft.com/office/drawing/2014/main" val="210683280"/>
                    </a:ext>
                  </a:extLst>
                </a:gridCol>
                <a:gridCol w="941041">
                  <a:extLst>
                    <a:ext uri="{9D8B030D-6E8A-4147-A177-3AD203B41FA5}">
                      <a16:colId xmlns:a16="http://schemas.microsoft.com/office/drawing/2014/main" val="442896853"/>
                    </a:ext>
                  </a:extLst>
                </a:gridCol>
                <a:gridCol w="826578">
                  <a:extLst>
                    <a:ext uri="{9D8B030D-6E8A-4147-A177-3AD203B41FA5}">
                      <a16:colId xmlns:a16="http://schemas.microsoft.com/office/drawing/2014/main" val="3614424627"/>
                    </a:ext>
                  </a:extLst>
                </a:gridCol>
                <a:gridCol w="638244">
                  <a:extLst>
                    <a:ext uri="{9D8B030D-6E8A-4147-A177-3AD203B41FA5}">
                      <a16:colId xmlns:a16="http://schemas.microsoft.com/office/drawing/2014/main" val="2080121114"/>
                    </a:ext>
                  </a:extLst>
                </a:gridCol>
                <a:gridCol w="1356112">
                  <a:extLst>
                    <a:ext uri="{9D8B030D-6E8A-4147-A177-3AD203B41FA5}">
                      <a16:colId xmlns:a16="http://schemas.microsoft.com/office/drawing/2014/main" val="2922677216"/>
                    </a:ext>
                  </a:extLst>
                </a:gridCol>
                <a:gridCol w="1356112">
                  <a:extLst>
                    <a:ext uri="{9D8B030D-6E8A-4147-A177-3AD203B41FA5}">
                      <a16:colId xmlns:a16="http://schemas.microsoft.com/office/drawing/2014/main" val="393528544"/>
                    </a:ext>
                  </a:extLst>
                </a:gridCol>
              </a:tblGrid>
              <a:tr h="897116">
                <a:tc>
                  <a:txBody>
                    <a:bodyPr/>
                    <a:lstStyle/>
                    <a:p>
                      <a:r>
                        <a:rPr lang="en-US" sz="1400"/>
                        <a:t>STT</a:t>
                      </a:r>
                    </a:p>
                  </a:txBody>
                  <a:tcPr/>
                </a:tc>
                <a:tc>
                  <a:txBody>
                    <a:bodyPr/>
                    <a:lstStyle/>
                    <a:p>
                      <a:r>
                        <a:rPr lang="en-US" sz="1400"/>
                        <a:t>Loại đường</a:t>
                      </a:r>
                    </a:p>
                  </a:txBody>
                  <a:tcPr/>
                </a:tc>
                <a:tc>
                  <a:txBody>
                    <a:bodyPr/>
                    <a:lstStyle/>
                    <a:p>
                      <a:r>
                        <a:rPr lang="en-US" sz="1400"/>
                        <a:t>Toạ độ X</a:t>
                      </a:r>
                    </a:p>
                  </a:txBody>
                  <a:tcPr/>
                </a:tc>
                <a:tc>
                  <a:txBody>
                    <a:bodyPr/>
                    <a:lstStyle/>
                    <a:p>
                      <a:r>
                        <a:rPr lang="en-US" sz="1400"/>
                        <a:t>Toạ độ Y</a:t>
                      </a:r>
                    </a:p>
                  </a:txBody>
                  <a:tcPr/>
                </a:tc>
                <a:tc>
                  <a:txBody>
                    <a:bodyPr/>
                    <a:lstStyle/>
                    <a:p>
                      <a:r>
                        <a:rPr lang="en-US" sz="1400"/>
                        <a:t>Toạ độ tâm theo X</a:t>
                      </a:r>
                    </a:p>
                  </a:txBody>
                  <a:tcPr/>
                </a:tc>
                <a:tc>
                  <a:txBody>
                    <a:bodyPr/>
                    <a:lstStyle/>
                    <a:p>
                      <a:r>
                        <a:rPr lang="en-US" sz="1400"/>
                        <a:t>Toạ độ tâm theo Y </a:t>
                      </a:r>
                    </a:p>
                  </a:txBody>
                  <a:tcPr/>
                </a:tc>
                <a:extLst>
                  <a:ext uri="{0D108BD9-81ED-4DB2-BD59-A6C34878D82A}">
                    <a16:rowId xmlns:a16="http://schemas.microsoft.com/office/drawing/2014/main" val="855089877"/>
                  </a:ext>
                </a:extLst>
              </a:tr>
              <a:tr h="316207">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554904193"/>
                  </a:ext>
                </a:extLst>
              </a:tr>
              <a:tr h="316207">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3543641298"/>
                  </a:ext>
                </a:extLst>
              </a:tr>
              <a:tr h="316207">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4276983680"/>
                  </a:ext>
                </a:extLst>
              </a:tr>
              <a:tr h="316207">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383121148"/>
                  </a:ext>
                </a:extLst>
              </a:tr>
              <a:tr h="316207">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386810389"/>
                  </a:ext>
                </a:extLst>
              </a:tr>
            </a:tbl>
          </a:graphicData>
        </a:graphic>
      </p:graphicFrame>
      <p:sp>
        <p:nvSpPr>
          <p:cNvPr id="2" name="TextBox 1">
            <a:extLst>
              <a:ext uri="{FF2B5EF4-FFF2-40B4-BE49-F238E27FC236}">
                <a16:creationId xmlns:a16="http://schemas.microsoft.com/office/drawing/2014/main" id="{FA1E4F0E-9DA0-1230-FF98-44372F3F21CE}"/>
              </a:ext>
            </a:extLst>
          </p:cNvPr>
          <p:cNvSpPr txBox="1"/>
          <p:nvPr/>
        </p:nvSpPr>
        <p:spPr>
          <a:xfrm>
            <a:off x="225791" y="4896248"/>
            <a:ext cx="3485032" cy="646331"/>
          </a:xfrm>
          <a:prstGeom prst="rect">
            <a:avLst/>
          </a:prstGeom>
          <a:solidFill>
            <a:schemeClr val="accent4">
              <a:lumMod val="60000"/>
              <a:lumOff val="40000"/>
            </a:schemeClr>
          </a:solidFill>
        </p:spPr>
        <p:txBody>
          <a:bodyPr wrap="square" rtlCol="0">
            <a:spAutoFit/>
          </a:bodyPr>
          <a:lstStyle/>
          <a:p>
            <a:r>
              <a:rPr lang="en-US"/>
              <a:t>Loại đường chỉ cần ghi là cung trong hay đường thẳng </a:t>
            </a:r>
          </a:p>
        </p:txBody>
      </p:sp>
      <p:sp>
        <p:nvSpPr>
          <p:cNvPr id="7" name="TextBox 6">
            <a:extLst>
              <a:ext uri="{FF2B5EF4-FFF2-40B4-BE49-F238E27FC236}">
                <a16:creationId xmlns:a16="http://schemas.microsoft.com/office/drawing/2014/main" id="{E58ED27C-CCC7-5F08-D206-DA632CCB13E4}"/>
              </a:ext>
            </a:extLst>
          </p:cNvPr>
          <p:cNvSpPr txBox="1"/>
          <p:nvPr/>
        </p:nvSpPr>
        <p:spPr>
          <a:xfrm>
            <a:off x="6354732" y="4767838"/>
            <a:ext cx="2987613" cy="923330"/>
          </a:xfrm>
          <a:prstGeom prst="rect">
            <a:avLst/>
          </a:prstGeom>
          <a:noFill/>
        </p:spPr>
        <p:txBody>
          <a:bodyPr wrap="none" rtlCol="0">
            <a:spAutoFit/>
          </a:bodyPr>
          <a:lstStyle/>
          <a:p>
            <a:r>
              <a:rPr lang="en-US"/>
              <a:t>Giá trị M code </a:t>
            </a:r>
          </a:p>
          <a:p>
            <a:r>
              <a:rPr lang="en-US"/>
              <a:t>M code =  1 là bật bơm keo </a:t>
            </a:r>
          </a:p>
          <a:p>
            <a:r>
              <a:rPr lang="en-US"/>
              <a:t>M code = 2 là dừng bơm keo </a:t>
            </a:r>
          </a:p>
        </p:txBody>
      </p:sp>
      <p:sp>
        <p:nvSpPr>
          <p:cNvPr id="8" name="TextBox 7">
            <a:extLst>
              <a:ext uri="{FF2B5EF4-FFF2-40B4-BE49-F238E27FC236}">
                <a16:creationId xmlns:a16="http://schemas.microsoft.com/office/drawing/2014/main" id="{DF45A021-7B27-2197-9EAA-302273CA291C}"/>
              </a:ext>
            </a:extLst>
          </p:cNvPr>
          <p:cNvSpPr txBox="1"/>
          <p:nvPr/>
        </p:nvSpPr>
        <p:spPr>
          <a:xfrm>
            <a:off x="9186283" y="4821799"/>
            <a:ext cx="2680542" cy="646331"/>
          </a:xfrm>
          <a:prstGeom prst="rect">
            <a:avLst/>
          </a:prstGeom>
          <a:noFill/>
        </p:spPr>
        <p:txBody>
          <a:bodyPr wrap="none" rtlCol="0">
            <a:spAutoFit/>
          </a:bodyPr>
          <a:lstStyle/>
          <a:p>
            <a:r>
              <a:rPr lang="en-US"/>
              <a:t>Đảm báo 2 bẳng này nhìn</a:t>
            </a:r>
          </a:p>
          <a:p>
            <a:r>
              <a:rPr lang="en-US"/>
              <a:t> được hết dữ liệu</a:t>
            </a:r>
          </a:p>
        </p:txBody>
      </p:sp>
      <p:sp>
        <p:nvSpPr>
          <p:cNvPr id="12" name="TextBox 11">
            <a:extLst>
              <a:ext uri="{FF2B5EF4-FFF2-40B4-BE49-F238E27FC236}">
                <a16:creationId xmlns:a16="http://schemas.microsoft.com/office/drawing/2014/main" id="{3B33EAC4-ED3E-3CFB-8A3D-525D5A6C733E}"/>
              </a:ext>
            </a:extLst>
          </p:cNvPr>
          <p:cNvSpPr txBox="1"/>
          <p:nvPr/>
        </p:nvSpPr>
        <p:spPr>
          <a:xfrm>
            <a:off x="291608" y="141663"/>
            <a:ext cx="2231701" cy="369332"/>
          </a:xfrm>
          <a:prstGeom prst="rect">
            <a:avLst/>
          </a:prstGeom>
          <a:noFill/>
        </p:spPr>
        <p:txBody>
          <a:bodyPr wrap="none" rtlCol="0">
            <a:spAutoFit/>
          </a:bodyPr>
          <a:lstStyle/>
          <a:p>
            <a:r>
              <a:rPr lang="en-US"/>
              <a:t>Phần này làm nhỏ lại</a:t>
            </a:r>
          </a:p>
        </p:txBody>
      </p:sp>
    </p:spTree>
    <p:extLst>
      <p:ext uri="{BB962C8B-B14F-4D97-AF65-F5344CB8AC3E}">
        <p14:creationId xmlns:p14="http://schemas.microsoft.com/office/powerpoint/2010/main" val="2983287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399</TotalTime>
  <Words>195</Words>
  <Application>Microsoft Office PowerPoint</Application>
  <PresentationFormat>Widescreen</PresentationFormat>
  <Paragraphs>43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Duc Anh</dc:creator>
  <cp:lastModifiedBy>Nguyen Duc Anh</cp:lastModifiedBy>
  <cp:revision>3</cp:revision>
  <dcterms:created xsi:type="dcterms:W3CDTF">2026-04-24T07:08:27Z</dcterms:created>
  <dcterms:modified xsi:type="dcterms:W3CDTF">2026-04-28T08:07:16Z</dcterms:modified>
</cp:coreProperties>
</file>